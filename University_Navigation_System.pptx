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-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433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092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867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587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472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395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73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175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890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046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8748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546093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303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6627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3315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7440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133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7176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University Navigation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Graph Traversal using BFS &amp; DFS (Week 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A Python-based project to navigate within a university campus.</a:t>
            </a:r>
          </a:p>
          <a:p>
            <a:r>
              <a:rPr dirty="0"/>
              <a:t>• Uses Graph Traversal Algorithms (BFS &amp; DFS).</a:t>
            </a:r>
          </a:p>
          <a:p>
            <a:r>
              <a:rPr dirty="0"/>
              <a:t>• Provides shortest paths, total distance, and FAQs for locations.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Campus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Nodes represent locations (e.g., Main Gate, Library, Hostel Block).</a:t>
            </a:r>
          </a:p>
          <a:p>
            <a:r>
              <a:t>Edges represent paths with distances (in meters).</a:t>
            </a:r>
          </a:p>
          <a:p>
            <a:r>
              <a:t>Example: Security Gate ↔ Main Gate = 100m.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Breadth-First Search (BFS):</a:t>
            </a:r>
          </a:p>
          <a:p>
            <a:r>
              <a:t>   - Explores level by level.</a:t>
            </a:r>
          </a:p>
          <a:p>
            <a:r>
              <a:t>   - Guarantees shortest path in unweighted graphs.</a:t>
            </a:r>
          </a:p>
          <a:p>
            <a:endParaRPr/>
          </a:p>
          <a:p>
            <a:r>
              <a:t>• Depth-First Search (DFS):</a:t>
            </a:r>
          </a:p>
          <a:p>
            <a:r>
              <a:t>   - Explores deeper paths first.</a:t>
            </a:r>
          </a:p>
          <a:p>
            <a:r>
              <a:t>   - Useful for exhaustive search but not always shortest.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User selects BFS/DFS.</a:t>
            </a:r>
          </a:p>
          <a:p>
            <a:r>
              <a:t>2. Input start and destination.</a:t>
            </a:r>
          </a:p>
          <a:p>
            <a:r>
              <a:t>3. Algorithm finds path.</a:t>
            </a:r>
          </a:p>
          <a:p>
            <a:r>
              <a:t>4. Output: Path, Path Length, Total Cost, Nodes Visited.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Run (BFS)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Start: Main Gate → Destination: Hostel Block</a:t>
            </a:r>
          </a:p>
          <a:p>
            <a:endParaRPr/>
          </a:p>
          <a:p>
            <a:r>
              <a:t>Result:</a:t>
            </a:r>
          </a:p>
          <a:p>
            <a:r>
              <a:t>Path: Main Gate → Security Gate → Flag Pole → Administration Block → Block 2 → Food Court → Hostel Block</a:t>
            </a:r>
          </a:p>
          <a:p>
            <a:r>
              <a:t>Total Cost: 780 meters</a:t>
            </a:r>
          </a:p>
          <a:p>
            <a:r>
              <a:t>Nodes Visited: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FAQ Feature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Provides information about each campus location.</a:t>
            </a:r>
          </a:p>
          <a:p>
            <a:r>
              <a:t>• Example: Library → 'Attached to the Administration Block.'</a:t>
            </a:r>
          </a:p>
          <a:p>
            <a:r>
              <a:t>• Helps new students and visitors navigate easily.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Implemented BFS &amp; DFS for campus navigation.</a:t>
            </a:r>
          </a:p>
          <a:p>
            <a:r>
              <a:t>• Interactive system with FAQ support.</a:t>
            </a:r>
          </a:p>
          <a:p>
            <a:r>
              <a:t>• Can be extended with Dijkstra for weighted shortest paths.</a:t>
            </a:r>
          </a:p>
          <a:p>
            <a:r>
              <a:t>• Practical tool for smart campus navigation.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</TotalTime>
  <Words>284</Words>
  <Application>Microsoft Office PowerPoint</Application>
  <PresentationFormat>On-screen Show (4:3)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Century Gothic</vt:lpstr>
      <vt:lpstr>Wingdings 3</vt:lpstr>
      <vt:lpstr>Ion</vt:lpstr>
      <vt:lpstr>University Navigation System</vt:lpstr>
      <vt:lpstr>Introduction</vt:lpstr>
      <vt:lpstr>Campus Graph</vt:lpstr>
      <vt:lpstr>Algorithms Used</vt:lpstr>
      <vt:lpstr>Code Workflow</vt:lpstr>
      <vt:lpstr>Example Run (BFS)</vt:lpstr>
      <vt:lpstr>FAQ Feature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Manoj A B</cp:lastModifiedBy>
  <cp:revision>4</cp:revision>
  <dcterms:created xsi:type="dcterms:W3CDTF">2013-01-27T09:14:16Z</dcterms:created>
  <dcterms:modified xsi:type="dcterms:W3CDTF">2025-09-24T05:00:26Z</dcterms:modified>
  <cp:category/>
</cp:coreProperties>
</file>